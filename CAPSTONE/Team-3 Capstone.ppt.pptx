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8" r:id="rId4"/>
    <p:sldId id="279" r:id="rId5"/>
    <p:sldId id="280" r:id="rId6"/>
    <p:sldId id="287" r:id="rId7"/>
    <p:sldId id="275" r:id="rId8"/>
    <p:sldId id="270" r:id="rId9"/>
    <p:sldId id="262" r:id="rId10"/>
    <p:sldId id="271" r:id="rId11"/>
    <p:sldId id="276" r:id="rId12"/>
    <p:sldId id="285" r:id="rId13"/>
    <p:sldId id="286" r:id="rId14"/>
    <p:sldId id="266" r:id="rId15"/>
    <p:sldId id="283" r:id="rId16"/>
    <p:sldId id="284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6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3675" y="2183439"/>
            <a:ext cx="10363200" cy="14700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Inventory Management and Demand Prediction System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6681" y="1643681"/>
            <a:ext cx="8957187" cy="835750"/>
          </a:xfrm>
        </p:spPr>
        <p:txBody>
          <a:bodyPr>
            <a:noAutofit/>
          </a:bodyPr>
          <a:lstStyle/>
          <a:p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A0FFBE-B365-EF29-41CA-7CD294360EC9}"/>
              </a:ext>
            </a:extLst>
          </p:cNvPr>
          <p:cNvSpPr txBox="1"/>
          <p:nvPr/>
        </p:nvSpPr>
        <p:spPr>
          <a:xfrm>
            <a:off x="6338563" y="3992309"/>
            <a:ext cx="6076335" cy="2674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G.Venkata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Goutham Reddy (192324265)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D.Gunavardhan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(192372041)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J.Goutham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Reddy(192311140)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K.Raja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 (192372202)</a:t>
            </a:r>
          </a:p>
          <a:p>
            <a:pPr>
              <a:lnSpc>
                <a:spcPct val="150000"/>
              </a:lnSpc>
            </a:pPr>
            <a:endParaRPr lang="en-US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89BE7-BA6B-D9B0-D365-66231D3438B1}"/>
              </a:ext>
            </a:extLst>
          </p:cNvPr>
          <p:cNvSpPr txBox="1"/>
          <p:nvPr/>
        </p:nvSpPr>
        <p:spPr>
          <a:xfrm>
            <a:off x="1117634" y="3992309"/>
            <a:ext cx="5801032" cy="1843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 Sathiyamoorthy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243" y="1741090"/>
            <a:ext cx="11549513" cy="484227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and warehouse businesses handle thousands of products, and manual inventory tracking often leads to stockouts, overstocking, and lost revenue. 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 products fluctuates due to seasonality, trends, and promotions, making accurate forecasting difficult using traditional methods. 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Inventory Management and Demand Prediction System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automate stock tracking and forecast future demand using data analytics and machine learning. 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continuously monitors stock levels and predicts upcoming demand, helping businesses plan purchases and avoid shortages. 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automated alerts, reorder recommendations, and analytical dashboards to support faster, data-driven decisions. 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56E7B-E20C-6802-B5EC-0E5177AC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B3C59-517C-8B31-8790-B19C30F38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57399"/>
            <a:ext cx="10972800" cy="4525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platform for real-time tracking of stock levels across warehouses and stores.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machine learning model that accurately predicts future product demand using historical sales data.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automated low-stock alerts and intelligent reorder recommendations.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reporting dashboard for demand trends, sales analytics, and inventory turnover.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store managers and suppliers to access accurate, real-time inventory information for better coordination.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E2819-E1EA-95D0-310A-6FBC508C396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FF7AE7-D369-A0A9-ACE0-634481993B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445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07293-1FEF-5D55-C8B5-69F10471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1E963-B40F-F993-1EBF-2D8060DF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1334730"/>
            <a:ext cx="10972800" cy="452596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algn="just">
              <a:lnSpc>
                <a:spcPct val="16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inventory tracking is largely manual, using spreadsheets or basic software that requires constant human updates. </a:t>
            </a:r>
          </a:p>
          <a:p>
            <a:pPr algn="just">
              <a:lnSpc>
                <a:spcPct val="16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or no predictive intelligence is available to anticipate future product demand. </a:t>
            </a:r>
          </a:p>
          <a:p>
            <a:pPr algn="just">
              <a:lnSpc>
                <a:spcPct val="16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data and sales history are often scattered across disconnected systems, making analysis difficult. 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Existing System</a:t>
            </a:r>
          </a:p>
          <a:p>
            <a:pPr algn="just">
              <a:lnSpc>
                <a:spcPct val="16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 increases the chances of human error and delayed updates. </a:t>
            </a:r>
          </a:p>
          <a:p>
            <a:pPr algn="just">
              <a:lnSpc>
                <a:spcPct val="16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frequently face stockouts, lost sales, or excess inventory due to inaccurate demand estimation. </a:t>
            </a:r>
          </a:p>
          <a:p>
            <a:pPr algn="just">
              <a:lnSpc>
                <a:spcPct val="16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visibility leads to delayed decision-making and higher operational costs.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02CC2-8AD7-68D5-EEB5-8CCF47EAA74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2D9A35-D4FB-4075-6BCC-A2923693880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777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80DB-1FDD-2934-CAA3-0B6735D74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04C87-6009-411D-E820-F2EA663BB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Inventory Management and Demand Prediction Platform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real-time inventory tracking with AI-driven demand forecasting. </a:t>
            </a:r>
          </a:p>
          <a:p>
            <a:pPr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analyzes historical sales, seasonal trends, and market factors to accurately predict future product demand. </a:t>
            </a:r>
          </a:p>
          <a:p>
            <a:pPr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automated restocking alerts to minimize stockouts and reduce excess inventory.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inventory management effort and human error. </a:t>
            </a:r>
          </a:p>
          <a:p>
            <a:pPr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forecasting accuracy using machine learning models. </a:t>
            </a:r>
          </a:p>
          <a:p>
            <a:pPr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decision-making through real-time dashboards and analytics. </a:t>
            </a:r>
          </a:p>
          <a:p>
            <a:pPr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stockouts, overstocking, and inventory holding costs.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A041E-88D0-CC62-D874-D538649A991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1B1E52-B393-8A60-B13E-DD9697CE815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8798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962FC-F734-E3CC-F1AC-A3459E49E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4702"/>
            <a:ext cx="10972800" cy="1143000"/>
          </a:xfrm>
        </p:spPr>
        <p:txBody>
          <a:bodyPr/>
          <a:lstStyle/>
          <a:p>
            <a:r>
              <a:rPr lang="en-GB" dirty="0"/>
              <a:t>System Architecture / Workflow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B9ABF4-30FE-47AE-FB9D-8688596ED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5744" y="1505835"/>
            <a:ext cx="8519459" cy="45259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3FEC61-99C5-75E3-A13B-05DD368A4AC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228BFE-6712-2601-4554-4844E8AD3A2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658" y="191626"/>
            <a:ext cx="1287687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5012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A3F76-CE95-FA97-7C98-39A6B8AC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C2769-C769-776B-C260-E89144AD7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640" y="2573020"/>
            <a:ext cx="7792720" cy="25889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 Engine</a:t>
            </a: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&amp; Reorder Management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Reporting Dashboard</a:t>
            </a:r>
          </a:p>
          <a:p>
            <a:pPr marL="0" indent="0" algn="just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F3D98-1C7A-E049-75CE-B6AC51354A7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125" y="176981"/>
            <a:ext cx="1008991" cy="1128588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25E975-C4C8-9483-FA55-4BB4EE9EEBB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658" y="191626"/>
            <a:ext cx="1287687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8210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DF2B-2D0E-DDD4-E19B-4FE17A47A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117" y="176981"/>
            <a:ext cx="9464058" cy="112858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Inventory Management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959C7-5958-487E-08A9-40A55BFD0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" y="1732599"/>
            <a:ext cx="10779760" cy="42719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centralized system for tracking stock levels, product details, and warehouse locations in real time.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Implementation Details: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and manage product and stock records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inventory across multiple warehouses/stores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Barcode/SKU-based product identification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stock level synchronization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CRUD-based inventory database design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synchronization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and data integrity checks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5F8EF6-CB6A-CDD3-4E72-E3F27AC40F0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125" y="176981"/>
            <a:ext cx="1008991" cy="1128588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CB920B-472B-30B7-4B81-3094E111C2B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658" y="191626"/>
            <a:ext cx="1287687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911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AA6E-31D5-7D0A-60B3-957CF8061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324" y="414407"/>
            <a:ext cx="9631352" cy="897322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Demand Prediction Engine</a:t>
            </a: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06800" y="1767801"/>
            <a:ext cx="10778400" cy="4273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forecast future product demand using historical sales and seasonal patterns, enabling proactive inventory planning.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Implementation Details: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historical sales data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machine learning models for demand forecasting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for seasonality, trends, and promotions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demand forecasts for defined time periods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forecasting (ARIMA/Prophet)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Regression-based ML models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on sales data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and accuracy tuning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2324" y="292720"/>
            <a:ext cx="1008000" cy="1130400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471" y="191626"/>
            <a:ext cx="1288800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F7920-6D4E-F6C1-187B-477EEEAF4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13" y="291568"/>
            <a:ext cx="10972800" cy="11430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&amp; Reorder Management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0945D-7AF5-F133-623D-76F172642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800" y="1760074"/>
            <a:ext cx="10778400" cy="4309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notify stakeholders of low stock and recommend optimal reorder quantities based on predicted demand.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Implementation Details: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minimum stock thresholds per product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automated low-stock alerts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suggested reorder quantities and timing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Notify managers via dashboard/email notifications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alert triggers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 point (ROP) calculation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Notification/email API integration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automation logic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06D7C-3412-D290-8C48-1C582EFB9D6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655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9365E1-B3BD-4786-35E3-BC57C5343E8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3262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133F5-DB1E-B9CF-3428-93DACA63E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Analytics &amp; Reporting Dashboard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1F424-7A30-7371-ABD4-BAA6B5B9B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inventory status, demand trends, and forecasting insights for informed business decision-making.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Implementation Details: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for stock and sales trends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demand forecast charts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Exportable reports for management review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like turnover rate and stockout rate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(charts/graphs)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 integration for real-time data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and export functionality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filtering and drill-down views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4F835-027C-D33F-A221-E8BEEAFA569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2324" y="292720"/>
            <a:ext cx="1008000" cy="113040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568301-A872-4448-5CD0-87788599D7C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0742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DB4C-AAA3-1CB0-38F4-7D00B408D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008" y="547811"/>
            <a:ext cx="10363200" cy="1470025"/>
          </a:xfrm>
        </p:spPr>
        <p:txBody>
          <a:bodyPr/>
          <a:lstStyle/>
          <a:p>
            <a:r>
              <a:rPr lang="en-US" dirty="0"/>
              <a:t>Implementation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CB2213-959F-BF00-BF01-E5CA9A51D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1" y="300170"/>
            <a:ext cx="1133954" cy="13473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664732-DC82-F877-2C00-E954A7F91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190" y="545533"/>
            <a:ext cx="1518036" cy="13473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DE6B46-6CA7-909F-04BD-340AE51AB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562" y="1892866"/>
            <a:ext cx="8680091" cy="456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77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AC1CCC-6174-E5A7-651E-90BEE0DD0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85" y="172471"/>
            <a:ext cx="1133954" cy="1347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FB14F8-B807-E3D8-7555-F7615B168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4297" y="64209"/>
            <a:ext cx="1518036" cy="1353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8905DE-4608-CFCC-1822-991455DF9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066" y="1621971"/>
            <a:ext cx="9223131" cy="49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0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379" y="1617522"/>
            <a:ext cx="10689021" cy="533191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Inventory Management and Demand Prediction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intelligent, automated approach to inventory control and demand forecasting for modern businesses.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reduces manual effort and human error by automating stock tracking across warehouses and stores.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predictive analytics, businesses can significantly reduce stockouts and excess inventory costs.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alerts and reorder module ensures timely restocking decisions before shortages occur.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reporting dashboard enables faster, data-driven decision-making across the entire supply chain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A326-6AF9-E06E-1342-D6D33A672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9687D-BAB4-CFC4-090F-7D41E7198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advanced deep learning models (e.g., LSTM) for more accurate long-term demand forecasting. 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support for multi-location and multi-supplier inventory networks. 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AI-driven price optimization based on demand fluctuations and inventory levels. 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IoT-based sensors for automated, real-time stock counting.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platform scalability and cloud deployment support to handle enterprise-scale operations.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AD56B-2606-077E-B651-8AD21E93187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2A760D-3035-9116-B29A-2DA6A475204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608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17514-9E96-D584-234C-8AC0540B0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2AF09-D615-1399-42EA-70758CAC4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Silver, E.A., Pyke, D.F. &amp; Peterson, R. –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and Production Planning and Scheduling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(1998) </a:t>
            </a:r>
          </a:p>
          <a:p>
            <a:pPr algn="just">
              <a:lnSpc>
                <a:spcPct val="150000"/>
              </a:lnSpc>
            </a:pP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Hyndman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R.J. &amp; Athanasopoulos, G. –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Forecasting: Principles and Practice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(2018) 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Chopra, S. &amp; Meindl, P. –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Management: Strategy, Planning, and Operation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(2016) </a:t>
            </a:r>
          </a:p>
          <a:p>
            <a:pPr algn="just">
              <a:lnSpc>
                <a:spcPct val="150000"/>
              </a:lnSpc>
            </a:pP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Makridakis, S., Spiliotis, E. &amp; </a:t>
            </a:r>
            <a:r>
              <a:rPr lang="en-IN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Assimakopoulos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– The M4 Competition: 100,000 time series and 61 forecasting methods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(2020) 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Waller, M.A. &amp; Fawcett, S.E. –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Science, Predictive Analytics, and Big Data: A Revolution That Will Transform Supply Chain Design and Management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EF601-78FC-6A41-DE82-8AE4F6E76E7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8A7216-8C5A-D585-4F3C-6AAC7AD4AE4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2157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9E7945-5C65-B4FC-E55C-77382147142A}"/>
              </a:ext>
            </a:extLst>
          </p:cNvPr>
          <p:cNvSpPr txBox="1"/>
          <p:nvPr/>
        </p:nvSpPr>
        <p:spPr>
          <a:xfrm>
            <a:off x="4048432" y="2922155"/>
            <a:ext cx="40951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487364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</TotalTime>
  <Words>1053</Words>
  <Application>Microsoft Office PowerPoint</Application>
  <PresentationFormat>Widescreen</PresentationFormat>
  <Paragraphs>118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 Smart Inventory Management and Demand Prediction System</vt:lpstr>
      <vt:lpstr>Introduction</vt:lpstr>
      <vt:lpstr>Objectives</vt:lpstr>
      <vt:lpstr>Problem Statement</vt:lpstr>
      <vt:lpstr>Proposed system</vt:lpstr>
      <vt:lpstr>System Architecture / Workflow</vt:lpstr>
      <vt:lpstr>List of Modules</vt:lpstr>
      <vt:lpstr>Module 1: Inventory Management</vt:lpstr>
      <vt:lpstr>Module 2: Demand Prediction Engine </vt:lpstr>
      <vt:lpstr>Module 3: Alerts &amp; Reorder Management</vt:lpstr>
      <vt:lpstr>Module 4: Analytics &amp; Reporting Dashboard</vt:lpstr>
      <vt:lpstr>Implementation</vt:lpstr>
      <vt:lpstr>PowerPoint Presentation</vt:lpstr>
      <vt:lpstr>Conclusion</vt:lpstr>
      <vt:lpstr>Future scope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GUNA VARDHAN</cp:lastModifiedBy>
  <cp:revision>26</cp:revision>
  <dcterms:created xsi:type="dcterms:W3CDTF">2013-01-27T09:14:16Z</dcterms:created>
  <dcterms:modified xsi:type="dcterms:W3CDTF">2026-09-08T04:08:44Z</dcterms:modified>
  <cp:category/>
</cp:coreProperties>
</file>